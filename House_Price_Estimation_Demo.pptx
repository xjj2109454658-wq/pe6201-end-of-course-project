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2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B24"/>
                </a:solidFill>
                <a:latin typeface="+mn-lt"/>
              </a:rPr>
              <a:t>Test-set RMSE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(USD)</c:v>
                </c:pt>
              </c:strCache>
            </c:strRef>
          </c:tx>
          <c:spPr>
            <a:solidFill>
              <a:srgbClr val="A8D5B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D5B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38999</c:v>
                </c:pt>
                <c:pt idx="1">
                  <c:v>29941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822960" cy="64008"/>
          </a:xfrm>
          <a:prstGeom prst="rect">
            <a:avLst/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83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House Price Estimation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built on the Ames Housing dataset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description  →  structured features  →  Random Forest estimate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56692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77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Housing: residential properties in Ames, Iowa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3F1E8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642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1,460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homes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3F1E8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642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1,168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3F1E8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6642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3F1E8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6642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$178,840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mean sale price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numerical features used by the model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Above-ground living area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97480" y="356616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5661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06440" y="356616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3566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Basement area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114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bathrooms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41148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3172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above ground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4114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capacity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56692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77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separated roles: language understanding vs. prediction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207008" cy="1554480"/>
          </a:xfrm>
          <a:prstGeom prst="roundRect">
            <a:avLst>
              <a:gd name="adj" fmla="val 6061"/>
            </a:avLst>
          </a:prstGeom>
          <a:solidFill>
            <a:srgbClr val="E3F1E8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1115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Description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or Chinese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73352" y="2514600"/>
            <a:ext cx="179222" cy="0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61718" y="1737360"/>
            <a:ext cx="1207008" cy="1554480"/>
          </a:xfrm>
          <a:prstGeom prst="roundRect">
            <a:avLst>
              <a:gd name="adj" fmla="val 6061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07438" y="1737360"/>
            <a:ext cx="1115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 via OpenRouter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77870" y="2514600"/>
            <a:ext cx="179222" cy="0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66237" y="1737360"/>
            <a:ext cx="1207008" cy="1554480"/>
          </a:xfrm>
          <a:prstGeom prst="roundRect">
            <a:avLst>
              <a:gd name="adj" fmla="val 6061"/>
            </a:avLst>
          </a:prstGeom>
          <a:solidFill>
            <a:srgbClr val="E3F1E8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1957" y="1737360"/>
            <a:ext cx="1115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Numeric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2389" y="2514600"/>
            <a:ext cx="179222" cy="0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70755" y="1737360"/>
            <a:ext cx="1207008" cy="1554480"/>
          </a:xfrm>
          <a:prstGeom prst="roundRect">
            <a:avLst>
              <a:gd name="adj" fmla="val 6061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16475" y="1737360"/>
            <a:ext cx="1115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&amp; Validation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values; check missing, conflict, range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86907" y="2514600"/>
            <a:ext cx="179222" cy="0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75274" y="1737360"/>
            <a:ext cx="1207008" cy="1554480"/>
          </a:xfrm>
          <a:prstGeom prst="roundRect">
            <a:avLst>
              <a:gd name="adj" fmla="val 6061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0994" y="1737360"/>
            <a:ext cx="1115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locally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91426" y="2514600"/>
            <a:ext cx="179222" cy="0"/>
          </a:xfrm>
          <a:prstGeom prst="line">
            <a:avLst/>
          </a:prstGeom>
          <a:noFill/>
          <a:ln w="22225">
            <a:solidFill>
              <a:srgbClr val="1F4D3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79792" y="1737360"/>
            <a:ext cx="1207008" cy="1554480"/>
          </a:xfrm>
          <a:prstGeom prst="roundRect">
            <a:avLst>
              <a:gd name="adj" fmla="val 6061"/>
            </a:avLst>
          </a:prstGeom>
          <a:solidFill>
            <a:srgbClr val="A8D5BA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25512" y="1737360"/>
            <a:ext cx="11155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Sale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sale price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61718" y="33832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9315" y="33832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validation + user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75274" y="33832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3F1E8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does not generate the price. It only converts unstructured text into structured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56692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77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seven features and same train-test split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73736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7373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23.2%</a:t>
            </a:r>
            <a:endParaRPr lang="en-US" sz="4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for Random Forest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selected for the final prototype.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is an aggregate metric, not a bound on each individual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56692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Evaluation: Six Tested Scenarios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7772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when the input is uncertain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25603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complete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$194,164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valid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 garage information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2022 outside training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input with square metres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$195,468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cases explain what needs review; conflicting values are left unresolved rather than guessed.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566928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20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73152"/>
          </a:xfrm>
          <a:prstGeom prst="rect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1168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Ames data only; not validated for present-day or other markets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seven numerical features; neighbourhood location is not included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extraction can still fall in a valid range, so human review stays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371600"/>
            <a:ext cx="4023360" cy="7315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01168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feature 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extraction accuracy on a larger, systematic test 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additional prediction models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saved model instead of retraining at startup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flexible input  +  validation for known constraints  +  ML model for prediction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House Price Estimation</dc:title>
  <dc:subject>PptxGenJS Presentation</dc:subject>
  <dc:creator>PptxGenJS</dc:creator>
  <cp:lastModifiedBy>PptxGenJS</cp:lastModifiedBy>
  <cp:revision>1</cp:revision>
  <dcterms:created xsi:type="dcterms:W3CDTF">2026-10-03T05:36:37Z</dcterms:created>
  <dcterms:modified xsi:type="dcterms:W3CDTF">2026-10-03T05:36:37Z</dcterms:modified>
</cp:coreProperties>
</file>